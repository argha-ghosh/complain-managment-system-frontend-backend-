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6" r:id="rId4"/>
    <p:sldId id="294" r:id="rId5"/>
    <p:sldId id="296" r:id="rId6"/>
    <p:sldId id="297" r:id="rId7"/>
    <p:sldId id="265" r:id="rId8"/>
    <p:sldId id="29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8A9495-6470-933B-4F40-C113C35CE87F}" v="3" dt="2024-05-07T06:12:0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 snapToGrid="0">
      <p:cViewPr varScale="1">
        <p:scale>
          <a:sx n="74" d="100"/>
          <a:sy n="74" d="100"/>
        </p:scale>
        <p:origin x="11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KUL MOBASSHIR" userId="S::21-44415-1@student.aiub.edu::8602e7b8-334d-4690-9f7e-a3475167f1c7" providerId="AD" clId="Web-{5B8A9495-6470-933B-4F40-C113C35CE87F}"/>
    <pc:docChg chg="modSld">
      <pc:chgData name="SADIKUL MOBASSHIR" userId="S::21-44415-1@student.aiub.edu::8602e7b8-334d-4690-9f7e-a3475167f1c7" providerId="AD" clId="Web-{5B8A9495-6470-933B-4F40-C113C35CE87F}" dt="2024-05-07T06:11:45.548" v="0" actId="20577"/>
      <pc:docMkLst>
        <pc:docMk/>
      </pc:docMkLst>
      <pc:sldChg chg="modSp">
        <pc:chgData name="SADIKUL MOBASSHIR" userId="S::21-44415-1@student.aiub.edu::8602e7b8-334d-4690-9f7e-a3475167f1c7" providerId="AD" clId="Web-{5B8A9495-6470-933B-4F40-C113C35CE87F}" dt="2024-05-07T06:11:45.548" v="0" actId="20577"/>
        <pc:sldMkLst>
          <pc:docMk/>
          <pc:sldMk cId="2134390752" sldId="266"/>
        </pc:sldMkLst>
        <pc:spChg chg="mod">
          <ac:chgData name="SADIKUL MOBASSHIR" userId="S::21-44415-1@student.aiub.edu::8602e7b8-334d-4690-9f7e-a3475167f1c7" providerId="AD" clId="Web-{5B8A9495-6470-933B-4F40-C113C35CE87F}" dt="2024-05-07T06:11:45.548" v="0" actId="20577"/>
          <ac:spMkLst>
            <pc:docMk/>
            <pc:sldMk cId="2134390752" sldId="266"/>
            <ac:spMk id="6" creationId="{37C26D19-85DA-834B-9600-C9820C5088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4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Introduction to ReactJS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722510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Full Stack Web Development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Frontend  Libraries &amp; Frameworks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Backend Frameworks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What is Tech Stack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3NP Stack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API(Application Programming Interface)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REST API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Course Logistics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Node.js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Postman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What is ReactJS?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19922" y="2043348"/>
            <a:ext cx="9024078" cy="341632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ReactJS is a JavaScript library created by Facebook.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React is a tool for building UI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React creates a </a:t>
            </a:r>
            <a:r>
              <a:rPr lang="en-US" sz="2400" b="1" dirty="0">
                <a:solidFill>
                  <a:srgbClr val="FF0000"/>
                </a:solidFill>
              </a:rPr>
              <a:t>VIRTUAL DOM</a:t>
            </a:r>
            <a:r>
              <a:rPr lang="en-US" sz="2400" b="1" dirty="0"/>
              <a:t> </a:t>
            </a:r>
            <a:r>
              <a:rPr lang="en-US" sz="2400" dirty="0"/>
              <a:t>in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Instead of manipulating the browser's DOM directly, React creates a </a:t>
            </a:r>
            <a:r>
              <a:rPr lang="en-US" sz="2400" b="1" dirty="0"/>
              <a:t>virtual</a:t>
            </a:r>
            <a:r>
              <a:rPr lang="en-US" sz="2400" dirty="0"/>
              <a:t> </a:t>
            </a:r>
            <a:r>
              <a:rPr lang="en-US" sz="2400" b="1" dirty="0"/>
              <a:t>DOM</a:t>
            </a:r>
            <a:r>
              <a:rPr lang="en-US" sz="2400" dirty="0"/>
              <a:t> in memory, where it does all the necessary manipulating, before making the changes in the browser DOM.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React only changes what needs to be changed!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React finds out what changes have been made, and changes only what needs to be changed.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does React Work?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A91CA31-D46D-9882-35A3-55E5E1E69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61" y="2361994"/>
            <a:ext cx="8754439" cy="355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React.JS History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421341" y="2194215"/>
            <a:ext cx="8227984" cy="3532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Current version of React.JS </a:t>
            </a:r>
            <a:r>
              <a:rPr lang="en-US" sz="24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is V19.0.0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</a:t>
            </a:r>
            <a:r>
              <a:rPr lang="en-US" sz="24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April 2025).</a:t>
            </a: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Initial Release to the Public (V0.3.0) was in July 2013.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React.JS was first used in 2011 for Facebook's Newsfeed feature.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Facebook Software Engineer, Jordan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Walke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created it.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ES6 pre-requisite of ReactJS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B8D5-9FE3-259A-5524-C1C8691FFF3C}"/>
              </a:ext>
            </a:extLst>
          </p:cNvPr>
          <p:cNvSpPr txBox="1"/>
          <p:nvPr/>
        </p:nvSpPr>
        <p:spPr>
          <a:xfrm>
            <a:off x="314792" y="2043348"/>
            <a:ext cx="85294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What is ES6?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</a:rPr>
              <a:t>ES6 stands for ECMAScript 6.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</a:rPr>
              <a:t>ECMAScript was created to standardize JavaScript, and ES6 is the 6th version of ECMAScript, it was published in 2015, and is also known as ECMAScript 2015.</a:t>
            </a:r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/>
              <a:t>React uses ES6, and you should be familiar with some of the new features like: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Arrow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Variables (let, const, var)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Array Methods like .map()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70C0"/>
                </a:solidFill>
              </a:rPr>
              <a:t>Destructuring</a:t>
            </a:r>
            <a:endParaRPr lang="en-US" sz="20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Ternary Operator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58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506</TotalTime>
  <Words>351</Words>
  <Application>Microsoft Office PowerPoint</Application>
  <PresentationFormat>On-screen Show (4:3)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</vt:lpstr>
      <vt:lpstr>Corbel</vt:lpstr>
      <vt:lpstr>Times New Roman</vt:lpstr>
      <vt:lpstr>Verdana</vt:lpstr>
      <vt:lpstr>Wingdings</vt:lpstr>
      <vt:lpstr>Spectrum</vt:lpstr>
      <vt:lpstr>Introduction to ReactJS</vt:lpstr>
      <vt:lpstr>Lecture Outline</vt:lpstr>
      <vt:lpstr>What is ReactJS?</vt:lpstr>
      <vt:lpstr>How does React Work?</vt:lpstr>
      <vt:lpstr>React.JS History</vt:lpstr>
      <vt:lpstr>ES6 pre-requisite of ReactJS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145</cp:revision>
  <dcterms:created xsi:type="dcterms:W3CDTF">2018-12-10T17:20:29Z</dcterms:created>
  <dcterms:modified xsi:type="dcterms:W3CDTF">2025-12-08T09:42:00Z</dcterms:modified>
</cp:coreProperties>
</file>